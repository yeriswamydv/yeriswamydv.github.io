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63240"/>
            <a:ext cx="1097280" cy="54864"/>
          </a:xfrm>
          <a:prstGeom prst="rect">
            <a:avLst/>
          </a:prstGeom>
          <a:solidFill>
            <a:srgbClr val="E8B84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B84F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Porous knee implant variant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8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Sustaining and design control for a cement-free update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5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Yeriswamy D V  |  Product Sustaining Engineer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 porous variant?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Knee implants have traditionally been fixed to the bone with bone cement. The porous variant is designed so that no cement is needed during the operation.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0" y="11887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to the bone with bone cement during surgery.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26517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4D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Porous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surface lets bone grow into the implant, so no cement is needed in surgery.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role on the porous variant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Femoral and tibial implants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Porous jigs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file creation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6898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758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Teams coordinated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97580" y="19202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CAD team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team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 team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team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and released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202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Femoral and tibial implants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Porous jigs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files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Drawing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work ran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08760" cy="2194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54480"/>
            <a:ext cx="502920" cy="502920"/>
          </a:xfrm>
          <a:prstGeom prst="ellipse">
            <a:avLst/>
          </a:prstGeom>
          <a:solidFill>
            <a:srgbClr val="E8B8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intent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508760" cy="2194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554480"/>
            <a:ext cx="502920" cy="502920"/>
          </a:xfrm>
          <a:prstGeom prst="ellipse">
            <a:avLst/>
          </a:prstGeom>
          <a:solidFill>
            <a:srgbClr val="E8B8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286000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guide requirements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1508760" cy="2194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54480"/>
            <a:ext cx="502920" cy="502920"/>
          </a:xfrm>
          <a:prstGeom prst="ellipse">
            <a:avLst/>
          </a:prstGeom>
          <a:solidFill>
            <a:srgbClr val="E8B8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2286000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CAD for implants and jigs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32120" y="1371600"/>
            <a:ext cx="1508760" cy="2194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554480"/>
            <a:ext cx="502920" cy="502920"/>
          </a:xfrm>
          <a:prstGeom prst="ellipse">
            <a:avLst/>
          </a:prstGeom>
          <a:solidFill>
            <a:srgbClr val="E8B8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41848" y="2286000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and drawing files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1371600"/>
            <a:ext cx="1508760" cy="2194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554480"/>
            <a:ext cx="502920" cy="502920"/>
          </a:xfrm>
          <a:prstGeom prst="ellipse">
            <a:avLst/>
          </a:prstGeom>
          <a:solidFill>
            <a:srgbClr val="E8B8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26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33488" y="2286000"/>
            <a:ext cx="1289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checks and release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B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step ran through the CAD, manufacturing, QA and process teams.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control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requests were handled through controlled DCR releases.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Corrected documents were issued to the right teams.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Fixes were delivered in about 2 weeks.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4D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83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learned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920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one item is fixed, verify and validate the other features in the same DCR before release.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Released without disruption to manufacturing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834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 files reached manufacturing at release.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Issues from manufacturing and QA were resolved with the CAD team.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this project shows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control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9184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ECN / ECO / DCR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V&amp;V support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Cross-functional coordination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SolidWorks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468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JIRA issue tracking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F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yeriswamydv.github.io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E78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staining">
  <a:themeElements>
    <a:clrScheme name="Sustaining">
      <a:dk1>
        <a:srgbClr val="0A1B33"/>
      </a:dk1>
      <a:lt1>
        <a:srgbClr val="FFFFFF"/>
      </a:lt1>
      <a:dk2>
        <a:srgbClr val="0F2D54"/>
      </a:dk2>
      <a:lt2>
        <a:srgbClr val="F4F6F7"/>
      </a:lt2>
      <a:accent1>
        <a:srgbClr val="0B5FA5"/>
      </a:accent1>
      <a:accent2>
        <a:srgbClr val="E8B84F"/>
      </a:accent2>
      <a:accent3>
        <a:srgbClr val="2A8CE0"/>
      </a:accent3>
      <a:accent4>
        <a:srgbClr val="7CC0FF"/>
      </a:accent4>
      <a:accent5>
        <a:srgbClr val="4B5E78"/>
      </a:accent5>
      <a:accent6>
        <a:srgbClr val="C99130"/>
      </a:accent6>
      <a:hlink>
        <a:srgbClr val="0B5FA5"/>
      </a:hlink>
      <a:folHlink>
        <a:srgbClr val="4B5E78"/>
      </a:folHlink>
    </a:clrScheme>
    <a:fontScheme name="Sustaining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Porous knee implant variant</dc:title>
  <dc:subject>PptxGenJS Presentation</dc:subject>
  <dc:creator>Yeriswamy D V</dc:creator>
  <cp:lastModifiedBy>Yeriswamy D V</cp:lastModifiedBy>
  <cp:revision>1</cp:revision>
  <dcterms:created xsi:type="dcterms:W3CDTF">2026-10-09T07:16:36Z</dcterms:created>
  <dcterms:modified xsi:type="dcterms:W3CDTF">2026-10-09T07:16:36Z</dcterms:modified>
</cp:coreProperties>
</file>